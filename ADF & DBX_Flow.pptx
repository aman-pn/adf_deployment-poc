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865AB-A3EA-43E9-B8A1-2402FFBD80A4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A6351-9A36-439B-97C8-8FF88805D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650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Enginner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A6351-9A36-439B-97C8-8FF88805DF8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490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Enginner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A6351-9A36-439B-97C8-8FF88805DF8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49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 descr="Integrate Github Actions with ZenML ...">
            <a:extLst>
              <a:ext uri="{FF2B5EF4-FFF2-40B4-BE49-F238E27FC236}">
                <a16:creationId xmlns:a16="http://schemas.microsoft.com/office/drawing/2014/main" id="{B81AADE4-CB6A-7AC9-D9F9-C79E52C57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129" y="2677160"/>
            <a:ext cx="715857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07E4A94-142B-10DC-4F49-A33A5C608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666" y="1366108"/>
            <a:ext cx="541226" cy="5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E7AB9F0-0EAA-FA0F-4F21-AFDBA28FD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120" y="1315566"/>
            <a:ext cx="716828" cy="642307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C6DDA9-0DBA-16EC-02DF-BC34F76B5261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838948" y="1636719"/>
            <a:ext cx="14469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B8AB94-EEC0-5855-E3A1-2AAAA225AE55}"/>
              </a:ext>
            </a:extLst>
          </p:cNvPr>
          <p:cNvCxnSpPr>
            <a:cxnSpLocks/>
          </p:cNvCxnSpPr>
          <p:nvPr/>
        </p:nvCxnSpPr>
        <p:spPr>
          <a:xfrm>
            <a:off x="3001736" y="1636721"/>
            <a:ext cx="13369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4">
            <a:extLst>
              <a:ext uri="{FF2B5EF4-FFF2-40B4-BE49-F238E27FC236}">
                <a16:creationId xmlns:a16="http://schemas.microsoft.com/office/drawing/2014/main" id="{D6211355-8B2A-7DC2-9144-B17EF444B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178" y="2637427"/>
            <a:ext cx="541226" cy="5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2DDB2F-D407-55F0-49F4-FCD5643CF652}"/>
              </a:ext>
            </a:extLst>
          </p:cNvPr>
          <p:cNvCxnSpPr>
            <a:cxnSpLocks/>
          </p:cNvCxnSpPr>
          <p:nvPr/>
        </p:nvCxnSpPr>
        <p:spPr>
          <a:xfrm>
            <a:off x="5147512" y="2978926"/>
            <a:ext cx="6876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1E9601-3DE9-D81E-3D81-CEC05E8354E9}"/>
              </a:ext>
            </a:extLst>
          </p:cNvPr>
          <p:cNvCxnSpPr>
            <a:cxnSpLocks/>
          </p:cNvCxnSpPr>
          <p:nvPr/>
        </p:nvCxnSpPr>
        <p:spPr>
          <a:xfrm>
            <a:off x="6619143" y="2988231"/>
            <a:ext cx="7986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2CD93D9-93CF-4D4E-AA39-19D5A2DED439}"/>
              </a:ext>
            </a:extLst>
          </p:cNvPr>
          <p:cNvCxnSpPr>
            <a:cxnSpLocks/>
          </p:cNvCxnSpPr>
          <p:nvPr/>
        </p:nvCxnSpPr>
        <p:spPr>
          <a:xfrm>
            <a:off x="4719279" y="2149274"/>
            <a:ext cx="0" cy="444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">
            <a:extLst>
              <a:ext uri="{FF2B5EF4-FFF2-40B4-BE49-F238E27FC236}">
                <a16:creationId xmlns:a16="http://schemas.microsoft.com/office/drawing/2014/main" id="{E2D1FC9A-36AB-4F8D-86EC-9FF2AE205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666" y="3779727"/>
            <a:ext cx="541226" cy="5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Integrate Github Actions with ZenML ...">
            <a:extLst>
              <a:ext uri="{FF2B5EF4-FFF2-40B4-BE49-F238E27FC236}">
                <a16:creationId xmlns:a16="http://schemas.microsoft.com/office/drawing/2014/main" id="{9D8C37DD-65E8-77B0-443A-4CDEF38F0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379" y="2677160"/>
            <a:ext cx="715857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150B5F4-63E8-3008-3D7A-560B41929AFF}"/>
              </a:ext>
            </a:extLst>
          </p:cNvPr>
          <p:cNvCxnSpPr>
            <a:cxnSpLocks/>
          </p:cNvCxnSpPr>
          <p:nvPr/>
        </p:nvCxnSpPr>
        <p:spPr>
          <a:xfrm flipH="1">
            <a:off x="3760237" y="2988231"/>
            <a:ext cx="633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4A4C697-740A-B0A3-4D49-55AB61829298}"/>
              </a:ext>
            </a:extLst>
          </p:cNvPr>
          <p:cNvCxnSpPr>
            <a:cxnSpLocks/>
          </p:cNvCxnSpPr>
          <p:nvPr/>
        </p:nvCxnSpPr>
        <p:spPr>
          <a:xfrm flipH="1">
            <a:off x="2361236" y="2988231"/>
            <a:ext cx="5344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3A6905B-29D4-7C59-C51C-E3E1164317CC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907448" y="2981960"/>
            <a:ext cx="737931" cy="6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4">
            <a:extLst>
              <a:ext uri="{FF2B5EF4-FFF2-40B4-BE49-F238E27FC236}">
                <a16:creationId xmlns:a16="http://schemas.microsoft.com/office/drawing/2014/main" id="{F7E523E8-F47A-020E-AD80-4F0891F3E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093" y="2683355"/>
            <a:ext cx="541226" cy="5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Integrate Github Actions with ZenML ...">
            <a:extLst>
              <a:ext uri="{FF2B5EF4-FFF2-40B4-BE49-F238E27FC236}">
                <a16:creationId xmlns:a16="http://schemas.microsoft.com/office/drawing/2014/main" id="{76FF3C61-181E-513A-1925-B5235992C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908" y="4856433"/>
            <a:ext cx="715857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844B5862-96E6-6B9E-DF61-DE1144FAB8F8}"/>
              </a:ext>
            </a:extLst>
          </p:cNvPr>
          <p:cNvCxnSpPr>
            <a:cxnSpLocks/>
          </p:cNvCxnSpPr>
          <p:nvPr/>
        </p:nvCxnSpPr>
        <p:spPr>
          <a:xfrm>
            <a:off x="4719279" y="5547475"/>
            <a:ext cx="0" cy="3774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B49D55A4-1741-9C2D-1FD4-DCF7BED6EA55}"/>
              </a:ext>
            </a:extLst>
          </p:cNvPr>
          <p:cNvCxnSpPr>
            <a:cxnSpLocks/>
          </p:cNvCxnSpPr>
          <p:nvPr/>
        </p:nvCxnSpPr>
        <p:spPr>
          <a:xfrm>
            <a:off x="4719279" y="4440934"/>
            <a:ext cx="0" cy="4506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TextBox 1028">
            <a:extLst>
              <a:ext uri="{FF2B5EF4-FFF2-40B4-BE49-F238E27FC236}">
                <a16:creationId xmlns:a16="http://schemas.microsoft.com/office/drawing/2014/main" id="{FC423CC1-ABB0-23AA-1719-16BC0D771557}"/>
              </a:ext>
            </a:extLst>
          </p:cNvPr>
          <p:cNvSpPr txBox="1"/>
          <p:nvPr/>
        </p:nvSpPr>
        <p:spPr>
          <a:xfrm>
            <a:off x="0" y="1941520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Data Engineer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19832799-5E15-74C0-9215-32A7A0AE17BE}"/>
              </a:ext>
            </a:extLst>
          </p:cNvPr>
          <p:cNvSpPr txBox="1"/>
          <p:nvPr/>
        </p:nvSpPr>
        <p:spPr>
          <a:xfrm>
            <a:off x="1470452" y="3178653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/>
              <a:t>Github</a:t>
            </a:r>
            <a:r>
              <a:rPr lang="en-US" sz="1200" b="1" dirty="0"/>
              <a:t> Actions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F7F28CB5-9200-B886-0F54-49FA7D35AA87}"/>
              </a:ext>
            </a:extLst>
          </p:cNvPr>
          <p:cNvSpPr txBox="1"/>
          <p:nvPr/>
        </p:nvSpPr>
        <p:spPr>
          <a:xfrm>
            <a:off x="1942908" y="1907334"/>
            <a:ext cx="1446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DBX DEV(User WP)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A169D07F-5BC4-D5C3-DBF1-A764F0FB8B09}"/>
              </a:ext>
            </a:extLst>
          </p:cNvPr>
          <p:cNvSpPr txBox="1"/>
          <p:nvPr/>
        </p:nvSpPr>
        <p:spPr>
          <a:xfrm>
            <a:off x="3087435" y="1630335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Commit Changes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F19D9475-4D0F-2868-9379-552526531D29}"/>
              </a:ext>
            </a:extLst>
          </p:cNvPr>
          <p:cNvSpPr txBox="1"/>
          <p:nvPr/>
        </p:nvSpPr>
        <p:spPr>
          <a:xfrm>
            <a:off x="745661" y="1624146"/>
            <a:ext cx="1876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Development &amp; Testing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E15BAA5C-9B81-0027-E1B3-4EE4034F9E89}"/>
              </a:ext>
            </a:extLst>
          </p:cNvPr>
          <p:cNvSpPr txBox="1"/>
          <p:nvPr/>
        </p:nvSpPr>
        <p:spPr>
          <a:xfrm>
            <a:off x="4189112" y="1872275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Feature Branch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011986B1-155D-A1B5-9C07-1957CDBC2B1B}"/>
              </a:ext>
            </a:extLst>
          </p:cNvPr>
          <p:cNvSpPr txBox="1"/>
          <p:nvPr/>
        </p:nvSpPr>
        <p:spPr>
          <a:xfrm>
            <a:off x="4218993" y="3142193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Develop Branch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1E3CEF22-0525-C4A1-6853-9EBFCF7A1928}"/>
              </a:ext>
            </a:extLst>
          </p:cNvPr>
          <p:cNvSpPr txBox="1"/>
          <p:nvPr/>
        </p:nvSpPr>
        <p:spPr>
          <a:xfrm>
            <a:off x="2765307" y="3156093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Stage Branch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EBB1F3F5-C5A3-46FA-7FA3-56575095D587}"/>
              </a:ext>
            </a:extLst>
          </p:cNvPr>
          <p:cNvSpPr txBox="1"/>
          <p:nvPr/>
        </p:nvSpPr>
        <p:spPr>
          <a:xfrm>
            <a:off x="4218993" y="4224966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Release Branch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91ECACFD-7994-DD92-A89E-AD89984B0AF8}"/>
              </a:ext>
            </a:extLst>
          </p:cNvPr>
          <p:cNvSpPr txBox="1"/>
          <p:nvPr/>
        </p:nvSpPr>
        <p:spPr>
          <a:xfrm>
            <a:off x="4189112" y="5343904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/>
              <a:t>Github</a:t>
            </a:r>
            <a:r>
              <a:rPr lang="en-US" sz="1200" b="1" dirty="0"/>
              <a:t> Actions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C1BCE92-7251-545B-9E88-E79F2A665528}"/>
              </a:ext>
            </a:extLst>
          </p:cNvPr>
          <p:cNvSpPr txBox="1"/>
          <p:nvPr/>
        </p:nvSpPr>
        <p:spPr>
          <a:xfrm>
            <a:off x="5742506" y="3177872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/>
              <a:t>Github</a:t>
            </a:r>
            <a:r>
              <a:rPr lang="en-US" sz="1200" b="1" dirty="0"/>
              <a:t> Actions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E0EC45CB-CF85-85BE-72B1-371FCB164837}"/>
              </a:ext>
            </a:extLst>
          </p:cNvPr>
          <p:cNvSpPr txBox="1"/>
          <p:nvPr/>
        </p:nvSpPr>
        <p:spPr>
          <a:xfrm>
            <a:off x="3712439" y="2965812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Merge PR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6AAE265C-5DBC-C481-F857-CBD33E5A9739}"/>
              </a:ext>
            </a:extLst>
          </p:cNvPr>
          <p:cNvSpPr txBox="1"/>
          <p:nvPr/>
        </p:nvSpPr>
        <p:spPr>
          <a:xfrm>
            <a:off x="3463910" y="3823450"/>
            <a:ext cx="8675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Merge PR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22635153-037D-9F4F-4FA1-B49E45F68490}"/>
              </a:ext>
            </a:extLst>
          </p:cNvPr>
          <p:cNvSpPr txBox="1"/>
          <p:nvPr/>
        </p:nvSpPr>
        <p:spPr>
          <a:xfrm>
            <a:off x="106792" y="3190528"/>
            <a:ext cx="1134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DBX STAGE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495C76B4-53F2-EB26-587D-A1EF8DC18346}"/>
              </a:ext>
            </a:extLst>
          </p:cNvPr>
          <p:cNvSpPr txBox="1"/>
          <p:nvPr/>
        </p:nvSpPr>
        <p:spPr>
          <a:xfrm>
            <a:off x="7417837" y="3190528"/>
            <a:ext cx="1134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DBX DEV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CA6F32F5-B7AD-1E99-0167-BEFD9DB6BCD8}"/>
              </a:ext>
            </a:extLst>
          </p:cNvPr>
          <p:cNvSpPr txBox="1"/>
          <p:nvPr/>
        </p:nvSpPr>
        <p:spPr>
          <a:xfrm>
            <a:off x="4322640" y="6395972"/>
            <a:ext cx="1134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 DBX PROD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EDB22EEF-1204-36E6-1FFD-E578F5211E98}"/>
              </a:ext>
            </a:extLst>
          </p:cNvPr>
          <p:cNvSpPr txBox="1"/>
          <p:nvPr/>
        </p:nvSpPr>
        <p:spPr>
          <a:xfrm>
            <a:off x="5166628" y="2955317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Triggers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EFC62D34-CAD8-1F9E-897D-F4869B501E73}"/>
              </a:ext>
            </a:extLst>
          </p:cNvPr>
          <p:cNvSpPr txBox="1"/>
          <p:nvPr/>
        </p:nvSpPr>
        <p:spPr>
          <a:xfrm>
            <a:off x="4685321" y="5592939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Publishes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F1642E8C-5DB1-C4C7-10D7-7A24BFE3B568}"/>
              </a:ext>
            </a:extLst>
          </p:cNvPr>
          <p:cNvSpPr txBox="1"/>
          <p:nvPr/>
        </p:nvSpPr>
        <p:spPr>
          <a:xfrm>
            <a:off x="4675986" y="4548950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Triggers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DBBC571A-456B-08EB-61FB-D7B51089F649}"/>
              </a:ext>
            </a:extLst>
          </p:cNvPr>
          <p:cNvSpPr txBox="1"/>
          <p:nvPr/>
        </p:nvSpPr>
        <p:spPr>
          <a:xfrm>
            <a:off x="2301047" y="2965812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Triggers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9DC2D9CE-94F4-D7F7-C118-BE5C81AB60CD}"/>
              </a:ext>
            </a:extLst>
          </p:cNvPr>
          <p:cNvSpPr txBox="1"/>
          <p:nvPr/>
        </p:nvSpPr>
        <p:spPr>
          <a:xfrm>
            <a:off x="928104" y="2974786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Publishes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33CA0D22-E929-66F2-9757-5F2ED9BBFBD7}"/>
              </a:ext>
            </a:extLst>
          </p:cNvPr>
          <p:cNvSpPr txBox="1"/>
          <p:nvPr/>
        </p:nvSpPr>
        <p:spPr>
          <a:xfrm>
            <a:off x="6638559" y="2978926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Publishes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0ACEA6-9B86-B2F5-D464-63B099F4B8EC}"/>
              </a:ext>
            </a:extLst>
          </p:cNvPr>
          <p:cNvSpPr txBox="1"/>
          <p:nvPr/>
        </p:nvSpPr>
        <p:spPr>
          <a:xfrm>
            <a:off x="4675986" y="2214073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Merge PR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654051-9E85-CC0D-900D-BFCD7B3830C4}"/>
              </a:ext>
            </a:extLst>
          </p:cNvPr>
          <p:cNvCxnSpPr>
            <a:stCxn id="1042" idx="2"/>
          </p:cNvCxnSpPr>
          <p:nvPr/>
        </p:nvCxnSpPr>
        <p:spPr>
          <a:xfrm>
            <a:off x="3401471" y="3433092"/>
            <a:ext cx="0" cy="6885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8D3E2C-5FEA-73C5-C7D4-76DA40261413}"/>
              </a:ext>
            </a:extLst>
          </p:cNvPr>
          <p:cNvCxnSpPr>
            <a:cxnSpLocks/>
          </p:cNvCxnSpPr>
          <p:nvPr/>
        </p:nvCxnSpPr>
        <p:spPr>
          <a:xfrm>
            <a:off x="3401471" y="4121631"/>
            <a:ext cx="9924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 descr="Databricks Logo, symbol, meaning, history, PNG, brand">
            <a:extLst>
              <a:ext uri="{FF2B5EF4-FFF2-40B4-BE49-F238E27FC236}">
                <a16:creationId xmlns:a16="http://schemas.microsoft.com/office/drawing/2014/main" id="{FEB0073F-69CC-FCD5-9B4C-27F6CBE26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88" y="1450945"/>
            <a:ext cx="728396" cy="440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Databricks Logo, symbol, meaning, history, PNG, brand">
            <a:extLst>
              <a:ext uri="{FF2B5EF4-FFF2-40B4-BE49-F238E27FC236}">
                <a16:creationId xmlns:a16="http://schemas.microsoft.com/office/drawing/2014/main" id="{8DEE3307-5E28-08A3-A41E-F7B999F7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176" y="2750487"/>
            <a:ext cx="695097" cy="440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atabricks Logo, symbol, meaning, history, PNG, brand">
            <a:extLst>
              <a:ext uri="{FF2B5EF4-FFF2-40B4-BE49-F238E27FC236}">
                <a16:creationId xmlns:a16="http://schemas.microsoft.com/office/drawing/2014/main" id="{31CF36AB-0E38-B842-5238-DBD0C66CA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00" y="2750487"/>
            <a:ext cx="695097" cy="440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atabricks Logo, symbol, meaning, history, PNG, brand">
            <a:extLst>
              <a:ext uri="{FF2B5EF4-FFF2-40B4-BE49-F238E27FC236}">
                <a16:creationId xmlns:a16="http://schemas.microsoft.com/office/drawing/2014/main" id="{AEC3E200-6E66-6592-E2FA-807AAA511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730" y="5955931"/>
            <a:ext cx="695097" cy="440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8F9CA0-8507-5116-07F0-8577627A30E0}"/>
              </a:ext>
            </a:extLst>
          </p:cNvPr>
          <p:cNvSpPr txBox="1"/>
          <p:nvPr/>
        </p:nvSpPr>
        <p:spPr>
          <a:xfrm>
            <a:off x="2720698" y="379894"/>
            <a:ext cx="4040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DBX Deployment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0FFE40E6-D7DC-2E4D-F955-E6AF9D6F4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957" y="1366107"/>
            <a:ext cx="647700" cy="541226"/>
          </a:xfrm>
          <a:prstGeom prst="rect">
            <a:avLst/>
          </a:prstGeom>
        </p:spPr>
      </p:pic>
      <p:pic>
        <p:nvPicPr>
          <p:cNvPr id="25" name="Picture 2" descr="Integrate Github Actions with ZenML ...">
            <a:extLst>
              <a:ext uri="{FF2B5EF4-FFF2-40B4-BE49-F238E27FC236}">
                <a16:creationId xmlns:a16="http://schemas.microsoft.com/office/drawing/2014/main" id="{B81AADE4-CB6A-7AC9-D9F9-C79E52C57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129" y="2677160"/>
            <a:ext cx="715857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07E4A94-142B-10DC-4F49-A33A5C608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666" y="1366108"/>
            <a:ext cx="541226" cy="5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E7AB9F0-0EAA-FA0F-4F21-AFDBA28FD6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120" y="1315566"/>
            <a:ext cx="716828" cy="642307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C6DDA9-0DBA-16EC-02DF-BC34F76B5261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838948" y="1636719"/>
            <a:ext cx="14469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B8AB94-EEC0-5855-E3A1-2AAAA225AE55}"/>
              </a:ext>
            </a:extLst>
          </p:cNvPr>
          <p:cNvCxnSpPr>
            <a:cxnSpLocks/>
          </p:cNvCxnSpPr>
          <p:nvPr/>
        </p:nvCxnSpPr>
        <p:spPr>
          <a:xfrm>
            <a:off x="3001736" y="1636721"/>
            <a:ext cx="13369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4">
            <a:extLst>
              <a:ext uri="{FF2B5EF4-FFF2-40B4-BE49-F238E27FC236}">
                <a16:creationId xmlns:a16="http://schemas.microsoft.com/office/drawing/2014/main" id="{D6211355-8B2A-7DC2-9144-B17EF444B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178" y="2637427"/>
            <a:ext cx="541226" cy="5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2DDB2F-D407-55F0-49F4-FCD5643CF652}"/>
              </a:ext>
            </a:extLst>
          </p:cNvPr>
          <p:cNvCxnSpPr>
            <a:cxnSpLocks/>
          </p:cNvCxnSpPr>
          <p:nvPr/>
        </p:nvCxnSpPr>
        <p:spPr>
          <a:xfrm>
            <a:off x="5147512" y="2978926"/>
            <a:ext cx="6876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1E9601-3DE9-D81E-3D81-CEC05E8354E9}"/>
              </a:ext>
            </a:extLst>
          </p:cNvPr>
          <p:cNvCxnSpPr>
            <a:cxnSpLocks/>
          </p:cNvCxnSpPr>
          <p:nvPr/>
        </p:nvCxnSpPr>
        <p:spPr>
          <a:xfrm>
            <a:off x="6619143" y="2988231"/>
            <a:ext cx="7986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6C01E43D-3A71-B764-19F1-25B4218B3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621" y="2683355"/>
            <a:ext cx="647700" cy="541226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2CD93D9-93CF-4D4E-AA39-19D5A2DED439}"/>
              </a:ext>
            </a:extLst>
          </p:cNvPr>
          <p:cNvCxnSpPr>
            <a:cxnSpLocks/>
          </p:cNvCxnSpPr>
          <p:nvPr/>
        </p:nvCxnSpPr>
        <p:spPr>
          <a:xfrm>
            <a:off x="4719279" y="2149274"/>
            <a:ext cx="0" cy="444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">
            <a:extLst>
              <a:ext uri="{FF2B5EF4-FFF2-40B4-BE49-F238E27FC236}">
                <a16:creationId xmlns:a16="http://schemas.microsoft.com/office/drawing/2014/main" id="{E2D1FC9A-36AB-4F8D-86EC-9FF2AE205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666" y="3779727"/>
            <a:ext cx="541226" cy="5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Integrate Github Actions with ZenML ...">
            <a:extLst>
              <a:ext uri="{FF2B5EF4-FFF2-40B4-BE49-F238E27FC236}">
                <a16:creationId xmlns:a16="http://schemas.microsoft.com/office/drawing/2014/main" id="{9D8C37DD-65E8-77B0-443A-4CDEF38F0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379" y="2677160"/>
            <a:ext cx="715857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65B774D-9A96-1581-526F-6A92B3FE9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12" y="2683355"/>
            <a:ext cx="647700" cy="541226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150B5F4-63E8-3008-3D7A-560B41929AFF}"/>
              </a:ext>
            </a:extLst>
          </p:cNvPr>
          <p:cNvCxnSpPr>
            <a:cxnSpLocks/>
          </p:cNvCxnSpPr>
          <p:nvPr/>
        </p:nvCxnSpPr>
        <p:spPr>
          <a:xfrm flipH="1">
            <a:off x="3760237" y="2988231"/>
            <a:ext cx="6336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4A4C697-740A-B0A3-4D49-55AB61829298}"/>
              </a:ext>
            </a:extLst>
          </p:cNvPr>
          <p:cNvCxnSpPr>
            <a:cxnSpLocks/>
          </p:cNvCxnSpPr>
          <p:nvPr/>
        </p:nvCxnSpPr>
        <p:spPr>
          <a:xfrm flipH="1">
            <a:off x="2361236" y="2988231"/>
            <a:ext cx="5344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3A6905B-29D4-7C59-C51C-E3E1164317CC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907448" y="2981960"/>
            <a:ext cx="737931" cy="62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4">
            <a:extLst>
              <a:ext uri="{FF2B5EF4-FFF2-40B4-BE49-F238E27FC236}">
                <a16:creationId xmlns:a16="http://schemas.microsoft.com/office/drawing/2014/main" id="{F7E523E8-F47A-020E-AD80-4F0891F3E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093" y="2683355"/>
            <a:ext cx="541226" cy="5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Integrate Github Actions with ZenML ...">
            <a:extLst>
              <a:ext uri="{FF2B5EF4-FFF2-40B4-BE49-F238E27FC236}">
                <a16:creationId xmlns:a16="http://schemas.microsoft.com/office/drawing/2014/main" id="{76FF3C61-181E-513A-1925-B5235992C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908" y="4856433"/>
            <a:ext cx="715857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F791410-C2D2-8DC0-A2A8-E906F51B0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6" y="5918313"/>
            <a:ext cx="647700" cy="541226"/>
          </a:xfrm>
          <a:prstGeom prst="rect">
            <a:avLst/>
          </a:prstGeom>
        </p:spPr>
      </p:pic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844B5862-96E6-6B9E-DF61-DE1144FAB8F8}"/>
              </a:ext>
            </a:extLst>
          </p:cNvPr>
          <p:cNvCxnSpPr>
            <a:cxnSpLocks/>
          </p:cNvCxnSpPr>
          <p:nvPr/>
        </p:nvCxnSpPr>
        <p:spPr>
          <a:xfrm>
            <a:off x="4719279" y="5547475"/>
            <a:ext cx="0" cy="3774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B49D55A4-1741-9C2D-1FD4-DCF7BED6EA55}"/>
              </a:ext>
            </a:extLst>
          </p:cNvPr>
          <p:cNvCxnSpPr>
            <a:cxnSpLocks/>
          </p:cNvCxnSpPr>
          <p:nvPr/>
        </p:nvCxnSpPr>
        <p:spPr>
          <a:xfrm>
            <a:off x="4719279" y="4440934"/>
            <a:ext cx="0" cy="4506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TextBox 1028">
            <a:extLst>
              <a:ext uri="{FF2B5EF4-FFF2-40B4-BE49-F238E27FC236}">
                <a16:creationId xmlns:a16="http://schemas.microsoft.com/office/drawing/2014/main" id="{FC423CC1-ABB0-23AA-1719-16BC0D771557}"/>
              </a:ext>
            </a:extLst>
          </p:cNvPr>
          <p:cNvSpPr txBox="1"/>
          <p:nvPr/>
        </p:nvSpPr>
        <p:spPr>
          <a:xfrm>
            <a:off x="0" y="1941520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Data Engineer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19832799-5E15-74C0-9215-32A7A0AE17BE}"/>
              </a:ext>
            </a:extLst>
          </p:cNvPr>
          <p:cNvSpPr txBox="1"/>
          <p:nvPr/>
        </p:nvSpPr>
        <p:spPr>
          <a:xfrm>
            <a:off x="1470452" y="3178653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/>
              <a:t>Github</a:t>
            </a:r>
            <a:r>
              <a:rPr lang="en-US" sz="1200" b="1" dirty="0"/>
              <a:t> Actions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F7F28CB5-9200-B886-0F54-49FA7D35AA87}"/>
              </a:ext>
            </a:extLst>
          </p:cNvPr>
          <p:cNvSpPr txBox="1"/>
          <p:nvPr/>
        </p:nvSpPr>
        <p:spPr>
          <a:xfrm>
            <a:off x="1942908" y="1907334"/>
            <a:ext cx="1446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ADF DEV(Git Mode)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A169D07F-5BC4-D5C3-DBF1-A764F0FB8B09}"/>
              </a:ext>
            </a:extLst>
          </p:cNvPr>
          <p:cNvSpPr txBox="1"/>
          <p:nvPr/>
        </p:nvSpPr>
        <p:spPr>
          <a:xfrm>
            <a:off x="3087435" y="1630335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Commit Changes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F19D9475-4D0F-2868-9379-552526531D29}"/>
              </a:ext>
            </a:extLst>
          </p:cNvPr>
          <p:cNvSpPr txBox="1"/>
          <p:nvPr/>
        </p:nvSpPr>
        <p:spPr>
          <a:xfrm>
            <a:off x="745661" y="1624146"/>
            <a:ext cx="1876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Development &amp; Testing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E15BAA5C-9B81-0027-E1B3-4EE4034F9E89}"/>
              </a:ext>
            </a:extLst>
          </p:cNvPr>
          <p:cNvSpPr txBox="1"/>
          <p:nvPr/>
        </p:nvSpPr>
        <p:spPr>
          <a:xfrm>
            <a:off x="4189112" y="1872275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Feature Branch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011986B1-155D-A1B5-9C07-1957CDBC2B1B}"/>
              </a:ext>
            </a:extLst>
          </p:cNvPr>
          <p:cNvSpPr txBox="1"/>
          <p:nvPr/>
        </p:nvSpPr>
        <p:spPr>
          <a:xfrm>
            <a:off x="4218993" y="3142193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Develop Branch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1E3CEF22-0525-C4A1-6853-9EBFCF7A1928}"/>
              </a:ext>
            </a:extLst>
          </p:cNvPr>
          <p:cNvSpPr txBox="1"/>
          <p:nvPr/>
        </p:nvSpPr>
        <p:spPr>
          <a:xfrm>
            <a:off x="2765307" y="3156093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Stage Branch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EBB1F3F5-C5A3-46FA-7FA3-56575095D587}"/>
              </a:ext>
            </a:extLst>
          </p:cNvPr>
          <p:cNvSpPr txBox="1"/>
          <p:nvPr/>
        </p:nvSpPr>
        <p:spPr>
          <a:xfrm>
            <a:off x="4218993" y="4224966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Release Branch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91ECACFD-7994-DD92-A89E-AD89984B0AF8}"/>
              </a:ext>
            </a:extLst>
          </p:cNvPr>
          <p:cNvSpPr txBox="1"/>
          <p:nvPr/>
        </p:nvSpPr>
        <p:spPr>
          <a:xfrm>
            <a:off x="4189112" y="5343904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/>
              <a:t>Github</a:t>
            </a:r>
            <a:r>
              <a:rPr lang="en-US" sz="1200" b="1" dirty="0"/>
              <a:t> Actions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C1BCE92-7251-545B-9E88-E79F2A665528}"/>
              </a:ext>
            </a:extLst>
          </p:cNvPr>
          <p:cNvSpPr txBox="1"/>
          <p:nvPr/>
        </p:nvSpPr>
        <p:spPr>
          <a:xfrm>
            <a:off x="5742506" y="3177872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/>
              <a:t>Github</a:t>
            </a:r>
            <a:r>
              <a:rPr lang="en-US" sz="1200" b="1" dirty="0"/>
              <a:t> Actions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E0EC45CB-CF85-85BE-72B1-371FCB164837}"/>
              </a:ext>
            </a:extLst>
          </p:cNvPr>
          <p:cNvSpPr txBox="1"/>
          <p:nvPr/>
        </p:nvSpPr>
        <p:spPr>
          <a:xfrm>
            <a:off x="3712439" y="2965812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Merge PR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6AAE265C-5DBC-C481-F857-CBD33E5A9739}"/>
              </a:ext>
            </a:extLst>
          </p:cNvPr>
          <p:cNvSpPr txBox="1"/>
          <p:nvPr/>
        </p:nvSpPr>
        <p:spPr>
          <a:xfrm>
            <a:off x="3463910" y="3823450"/>
            <a:ext cx="8675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Merge PR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22635153-037D-9F4F-4FA1-B49E45F68490}"/>
              </a:ext>
            </a:extLst>
          </p:cNvPr>
          <p:cNvSpPr txBox="1"/>
          <p:nvPr/>
        </p:nvSpPr>
        <p:spPr>
          <a:xfrm>
            <a:off x="106792" y="3190528"/>
            <a:ext cx="1134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ADF STAGE</a:t>
            </a:r>
          </a:p>
          <a:p>
            <a:r>
              <a:rPr lang="en-US" sz="1200" b="1" dirty="0"/>
              <a:t>(Live Mode)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495C76B4-53F2-EB26-587D-A1EF8DC18346}"/>
              </a:ext>
            </a:extLst>
          </p:cNvPr>
          <p:cNvSpPr txBox="1"/>
          <p:nvPr/>
        </p:nvSpPr>
        <p:spPr>
          <a:xfrm>
            <a:off x="7417837" y="3190528"/>
            <a:ext cx="1134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ADF DEV</a:t>
            </a:r>
          </a:p>
          <a:p>
            <a:r>
              <a:rPr lang="en-US" sz="1200" b="1" dirty="0"/>
              <a:t>(Live Mode)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CA6F32F5-B7AD-1E99-0167-BEFD9DB6BCD8}"/>
              </a:ext>
            </a:extLst>
          </p:cNvPr>
          <p:cNvSpPr txBox="1"/>
          <p:nvPr/>
        </p:nvSpPr>
        <p:spPr>
          <a:xfrm>
            <a:off x="4322640" y="6395972"/>
            <a:ext cx="1134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ADF PROD</a:t>
            </a:r>
          </a:p>
          <a:p>
            <a:r>
              <a:rPr lang="en-US" sz="1200" b="1" dirty="0"/>
              <a:t>(Live Mode)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EDB22EEF-1204-36E6-1FFD-E578F5211E98}"/>
              </a:ext>
            </a:extLst>
          </p:cNvPr>
          <p:cNvSpPr txBox="1"/>
          <p:nvPr/>
        </p:nvSpPr>
        <p:spPr>
          <a:xfrm>
            <a:off x="5166628" y="2955317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Triggers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EFC62D34-CAD8-1F9E-897D-F4869B501E73}"/>
              </a:ext>
            </a:extLst>
          </p:cNvPr>
          <p:cNvSpPr txBox="1"/>
          <p:nvPr/>
        </p:nvSpPr>
        <p:spPr>
          <a:xfrm>
            <a:off x="4685321" y="5592939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Publishes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F1642E8C-5DB1-C4C7-10D7-7A24BFE3B568}"/>
              </a:ext>
            </a:extLst>
          </p:cNvPr>
          <p:cNvSpPr txBox="1"/>
          <p:nvPr/>
        </p:nvSpPr>
        <p:spPr>
          <a:xfrm>
            <a:off x="4675986" y="4548950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Triggers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DBBC571A-456B-08EB-61FB-D7B51089F649}"/>
              </a:ext>
            </a:extLst>
          </p:cNvPr>
          <p:cNvSpPr txBox="1"/>
          <p:nvPr/>
        </p:nvSpPr>
        <p:spPr>
          <a:xfrm>
            <a:off x="2301047" y="2965812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Triggers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9DC2D9CE-94F4-D7F7-C118-BE5C81AB60CD}"/>
              </a:ext>
            </a:extLst>
          </p:cNvPr>
          <p:cNvSpPr txBox="1"/>
          <p:nvPr/>
        </p:nvSpPr>
        <p:spPr>
          <a:xfrm>
            <a:off x="928104" y="2974786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Publishes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33CA0D22-E929-66F2-9757-5F2ED9BBFBD7}"/>
              </a:ext>
            </a:extLst>
          </p:cNvPr>
          <p:cNvSpPr txBox="1"/>
          <p:nvPr/>
        </p:nvSpPr>
        <p:spPr>
          <a:xfrm>
            <a:off x="6638559" y="2978926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Publishes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0ACEA6-9B86-B2F5-D464-63B099F4B8EC}"/>
              </a:ext>
            </a:extLst>
          </p:cNvPr>
          <p:cNvSpPr txBox="1"/>
          <p:nvPr/>
        </p:nvSpPr>
        <p:spPr>
          <a:xfrm>
            <a:off x="4675986" y="2214073"/>
            <a:ext cx="127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Merge PR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654051-9E85-CC0D-900D-BFCD7B3830C4}"/>
              </a:ext>
            </a:extLst>
          </p:cNvPr>
          <p:cNvCxnSpPr>
            <a:stCxn id="1042" idx="2"/>
          </p:cNvCxnSpPr>
          <p:nvPr/>
        </p:nvCxnSpPr>
        <p:spPr>
          <a:xfrm>
            <a:off x="3401471" y="3433092"/>
            <a:ext cx="0" cy="6885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8D3E2C-5FEA-73C5-C7D4-76DA40261413}"/>
              </a:ext>
            </a:extLst>
          </p:cNvPr>
          <p:cNvCxnSpPr>
            <a:cxnSpLocks/>
          </p:cNvCxnSpPr>
          <p:nvPr/>
        </p:nvCxnSpPr>
        <p:spPr>
          <a:xfrm>
            <a:off x="3401471" y="4121631"/>
            <a:ext cx="9924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57A2AFF-7C6E-7252-7973-AE793EBE0B4F}"/>
              </a:ext>
            </a:extLst>
          </p:cNvPr>
          <p:cNvSpPr txBox="1"/>
          <p:nvPr/>
        </p:nvSpPr>
        <p:spPr>
          <a:xfrm>
            <a:off x="2598932" y="340502"/>
            <a:ext cx="44526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ADF Deployment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2199</TotalTime>
  <Words>115</Words>
  <Application>Microsoft Office PowerPoint</Application>
  <PresentationFormat>On-screen Show (4:3)</PresentationFormat>
  <Paragraphs>55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Nandgaule</cp:lastModifiedBy>
  <cp:revision>8</cp:revision>
  <dcterms:created xsi:type="dcterms:W3CDTF">2013-01-27T09:14:16Z</dcterms:created>
  <dcterms:modified xsi:type="dcterms:W3CDTF">2025-10-06T07:51:12Z</dcterms:modified>
  <cp:category/>
</cp:coreProperties>
</file>